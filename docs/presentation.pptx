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60"/>
    <p:restoredTop sz="94635"/>
  </p:normalViewPr>
  <p:slideViewPr>
    <p:cSldViewPr snapToGrid="0">
      <p:cViewPr>
        <p:scale>
          <a:sx n="101" d="100"/>
          <a:sy n="101" d="100"/>
        </p:scale>
        <p:origin x="-7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E2EBA-7F36-1BC6-DB90-936BDCF60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41784-B3B1-F8AA-C1EE-9EFFFA72B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E3DCF-2422-8E98-2F50-5C268E5E9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C997-C23B-CD4A-92F7-285F62FF4C83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95A67-969C-8B08-C88E-17189464F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86C34-9A4E-1192-0E96-23A9DBCF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86CC-2B2C-6647-A975-2CD12491D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5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8EE21-6C4F-E4F4-40C6-B1B73257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B0851-95AC-91FA-F5FD-5F0DA83DA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F7340-2302-A79C-88E6-E0B108B73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C997-C23B-CD4A-92F7-285F62FF4C83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55646-DC24-0453-7A61-CF58A44AD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0F7E0-D29D-7C5B-1454-2A24A72A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86CC-2B2C-6647-A975-2CD12491D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48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C519B-CA0A-F375-ECAC-37A97CE0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C96FF-1B96-7A8D-C1EF-688C3DF5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5EFF7-65E6-02D2-2F6C-EA29C136F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C997-C23B-CD4A-92F7-285F62FF4C83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CD9BE-5050-F9D0-B4D4-DC4F61892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FFA30-224C-3829-4DD8-6265B6B62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86CC-2B2C-6647-A975-2CD12491D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6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EA81-6A02-63C7-F62C-6814F57C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7077C-17DB-88B2-C1B5-5EEBA8A252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175877-B157-F2CB-02B8-0825E6A80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D6269-9C79-562E-F851-F6AB4D22B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C997-C23B-CD4A-92F7-285F62FF4C83}" type="datetimeFigureOut">
              <a:rPr lang="en-US" smtClean="0"/>
              <a:t>6/4/25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4F8D4-12E7-A12A-3AA3-E32833A2F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80501-A39B-DE54-393B-F9CA619AA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86CC-2B2C-6647-A975-2CD12491D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070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30B38-5164-3262-E2B6-6CA998D29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56544-FB79-DA03-AF07-F8EE576E3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737D1-0044-B87F-DC3A-B2C062628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F01104-D0C9-CE66-37AD-74E27B9666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824C6B-2905-607A-1B0C-F270B27F0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84CFBB-58D6-97BD-36C0-5AE1EB921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C997-C23B-CD4A-92F7-285F62FF4C83}" type="datetimeFigureOut">
              <a:rPr lang="en-US" smtClean="0"/>
              <a:t>6/4/25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F5D4B1-B9FF-B91C-89E5-CF287D48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269A6-A375-00A8-52DC-D5CE896E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86CC-2B2C-6647-A975-2CD12491D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17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68FA5-CC0F-DC0A-D5BB-A5737DA18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C9D8F-8CC5-C227-D4E8-A10AF390B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C997-C23B-CD4A-92F7-285F62FF4C83}" type="datetimeFigureOut">
              <a:rPr lang="en-US" smtClean="0"/>
              <a:t>6/4/25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9273B-5E91-F5AA-B06F-24AA6DC0F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9072A-A113-09A6-3F59-3F97A2F3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86CC-2B2C-6647-A975-2CD12491D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B344FB-BC2F-BD4B-49D7-FA9C42C0D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C997-C23B-CD4A-92F7-285F62FF4C83}" type="datetimeFigureOut">
              <a:rPr lang="en-US" smtClean="0"/>
              <a:t>6/4/25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D0B799-BB90-5247-B3FB-342CADAC6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48141-96DE-E877-8551-17FDCB163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86CC-2B2C-6647-A975-2CD12491D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375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78B28-CFD0-D9F3-26B8-39D8FAD49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2CF33-F5C5-6E87-4ADE-E1C357255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F3142-498F-A27B-0864-EAF13449A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03AC7-200A-321B-CDE0-9BD01C56A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C997-C23B-CD4A-92F7-285F62FF4C83}" type="datetimeFigureOut">
              <a:rPr lang="en-US" smtClean="0"/>
              <a:t>6/4/25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DA9A0-FB13-7760-56EF-9307468C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497A9-D7D2-7CB0-09CC-466BEAB9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86CC-2B2C-6647-A975-2CD12491D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01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4153-0470-CBE0-A353-8D4A8CD0B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B73770-BF9E-D12C-94B2-DFD31B66D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7A5F7-D7A6-7569-ACF0-4BE182BE5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71185-ECEC-4FD0-73B8-5BF83A73E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C997-C23B-CD4A-92F7-285F62FF4C83}" type="datetimeFigureOut">
              <a:rPr lang="en-US" smtClean="0"/>
              <a:t>6/4/25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EFB14-4E98-250A-C4BD-538CDA936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0ED24-7073-7388-33D0-897039E09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86CC-2B2C-6647-A975-2CD12491D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2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1730F-2FCE-49AC-5E53-A6550639B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30D2D9-6051-F692-739B-79EE7AEAE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B7BE2-B42F-C589-DBEE-260FEBB04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C997-C23B-CD4A-92F7-285F62FF4C83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CF43E-1714-1310-B87C-6ACB52552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4CBF7-D172-3EDC-FAF4-043F1230D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86CC-2B2C-6647-A975-2CD12491D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18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B0FC12-2C14-FDAF-B13C-4E2C1A225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1A605-6515-5DDB-C987-E3990C5C8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96F6F-1B58-A4C0-9EFA-4794FA8E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C997-C23B-CD4A-92F7-285F62FF4C83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0BD1C-F9D7-8719-476F-DF912A97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E17B-31D7-33A0-6055-6168D61D6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86CC-2B2C-6647-A975-2CD12491D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23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631DD5-05E1-1FA2-1FC8-7DE34C726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B86AB-55D0-B2B9-492B-FE9CF9AD3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F8713-6FF8-356F-26E0-21D7EF042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5C997-C23B-CD4A-92F7-285F62FF4C83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44838-1E6A-C833-1FFD-7E220017C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410DC-1502-27F1-449F-F3D0C411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1286CC-2B2C-6647-A975-2CD12491D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3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16F42E0-28DF-4093-AFC5-CA01F54C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Box Packages">
            <a:extLst>
              <a:ext uri="{FF2B5EF4-FFF2-40B4-BE49-F238E27FC236}">
                <a16:creationId xmlns:a16="http://schemas.microsoft.com/office/drawing/2014/main" id="{28F754E2-44F5-2AC4-9A70-6032041BAF1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>
            <a:fillRect/>
          </a:stretch>
        </p:blipFill>
        <p:spPr>
          <a:xfrm>
            <a:off x="3" y="-22"/>
            <a:ext cx="12191997" cy="68580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206190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37374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D79DFF-D1F1-9BB3-8DBE-CCB2BE111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6" y="728897"/>
            <a:ext cx="5452529" cy="3728614"/>
          </a:xfrm>
        </p:spPr>
        <p:txBody>
          <a:bodyPr anchor="t">
            <a:normAutofit/>
          </a:bodyPr>
          <a:lstStyle/>
          <a:p>
            <a:pPr algn="r"/>
            <a:r>
              <a:rPr lang="en-US" sz="5200">
                <a:solidFill>
                  <a:srgbClr val="FFFFFF"/>
                </a:solidFill>
              </a:rPr>
              <a:t>Inventory Management System GUI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1530B7-5F99-67A5-693C-A85A0F5E8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9055" y="4629217"/>
            <a:ext cx="5449479" cy="1499873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By: Ahmed Sameh, Yehia Badr, Aly Hassan</a:t>
            </a:r>
          </a:p>
        </p:txBody>
      </p:sp>
    </p:spTree>
    <p:extLst>
      <p:ext uri="{BB962C8B-B14F-4D97-AF65-F5344CB8AC3E}">
        <p14:creationId xmlns:p14="http://schemas.microsoft.com/office/powerpoint/2010/main" val="2664178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6203ED8-E3AC-8BC5-451A-2E221A8A3337}"/>
              </a:ext>
            </a:extLst>
          </p:cNvPr>
          <p:cNvSpPr txBox="1">
            <a:spLocks/>
          </p:cNvSpPr>
          <p:nvPr/>
        </p:nvSpPr>
        <p:spPr>
          <a:xfrm>
            <a:off x="838200" y="1641752"/>
            <a:ext cx="4391025" cy="1323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EERDD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F7247F36-553A-0783-9689-0B14FD7A39C1}"/>
              </a:ext>
            </a:extLst>
          </p:cNvPr>
          <p:cNvSpPr txBox="1">
            <a:spLocks/>
          </p:cNvSpPr>
          <p:nvPr/>
        </p:nvSpPr>
        <p:spPr>
          <a:xfrm>
            <a:off x="838200" y="3146400"/>
            <a:ext cx="4391025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Created the diagram</a:t>
            </a:r>
          </a:p>
          <a:p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Clear vision and goal</a:t>
            </a:r>
          </a:p>
          <a:p>
            <a:pPr marL="0"/>
            <a:endParaRPr lang="en-US" sz="240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7" name="Picture 6" descr="A diagram of a network&#10;&#10;AI-generated content may be incorrect.">
            <a:extLst>
              <a:ext uri="{FF2B5EF4-FFF2-40B4-BE49-F238E27FC236}">
                <a16:creationId xmlns:a16="http://schemas.microsoft.com/office/drawing/2014/main" id="{360049EF-173F-DDCB-C7A6-8FF9D8C26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883805"/>
            <a:ext cx="5260976" cy="305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422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18FDA7-5B5E-4C87-A717-40189159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Home Page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98D7DA0-C4B9-B8C7-17C4-C4285B8A2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4" cy="2454300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>
                    <a:alpha val="80000"/>
                  </a:schemeClr>
                </a:solidFill>
              </a:rPr>
              <a:t>Consists of our products</a:t>
            </a:r>
          </a:p>
          <a:p>
            <a:r>
              <a:rPr lang="en-US" sz="2000">
                <a:solidFill>
                  <a:schemeClr val="bg1">
                    <a:alpha val="80000"/>
                  </a:schemeClr>
                </a:solidFill>
              </a:rPr>
              <a:t>Add product button</a:t>
            </a:r>
          </a:p>
          <a:p>
            <a:r>
              <a:rPr lang="en-US" sz="2000">
                <a:solidFill>
                  <a:schemeClr val="bg1">
                    <a:alpha val="80000"/>
                  </a:schemeClr>
                </a:solidFill>
              </a:rPr>
              <a:t>Delete product button</a:t>
            </a:r>
          </a:p>
          <a:p>
            <a:r>
              <a:rPr lang="en-US" sz="2000">
                <a:solidFill>
                  <a:schemeClr val="bg1">
                    <a:alpha val="80000"/>
                  </a:schemeClr>
                </a:solidFill>
              </a:rPr>
              <a:t>Refresh button</a:t>
            </a:r>
          </a:p>
          <a:p>
            <a:r>
              <a:rPr lang="en-US" sz="2000">
                <a:solidFill>
                  <a:schemeClr val="bg1">
                    <a:alpha val="80000"/>
                  </a:schemeClr>
                </a:solidFill>
              </a:rPr>
              <a:t>Search Bar</a:t>
            </a:r>
          </a:p>
          <a:p>
            <a:r>
              <a:rPr lang="en-US" sz="2000">
                <a:solidFill>
                  <a:schemeClr val="bg1">
                    <a:alpha val="80000"/>
                  </a:schemeClr>
                </a:solidFill>
              </a:rPr>
              <a:t>And all products in inventory</a:t>
            </a:r>
          </a:p>
          <a:p>
            <a:endParaRPr lang="en-US" sz="2000">
              <a:solidFill>
                <a:schemeClr val="bg1">
                  <a:alpha val="80000"/>
                </a:schemeClr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D16904-92C1-85C1-61B0-55D10C736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932" y="1358779"/>
            <a:ext cx="4369112" cy="304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66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AC702A-C545-E27D-3CB2-CD3AF17AF196}"/>
              </a:ext>
            </a:extLst>
          </p:cNvPr>
          <p:cNvSpPr txBox="1"/>
          <p:nvPr/>
        </p:nvSpPr>
        <p:spPr>
          <a:xfrm>
            <a:off x="7320466" y="609600"/>
            <a:ext cx="4140014" cy="1330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latin typeface="+mj-lt"/>
                <a:ea typeface="+mj-ea"/>
                <a:cs typeface="+mj-cs"/>
              </a:rPr>
              <a:t>How to add products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70D190-63DC-F3EB-FF97-D132D36649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0" r="1" b="1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0B611D55-8695-6DFE-4AF8-BC495DDEB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Consists of the Name of product</a:t>
            </a:r>
          </a:p>
          <a:p>
            <a:r>
              <a:rPr lang="en-US" sz="2000"/>
              <a:t>The category in which the product falls in</a:t>
            </a:r>
          </a:p>
          <a:p>
            <a:r>
              <a:rPr lang="en-US" sz="2000"/>
              <a:t>A brief description</a:t>
            </a:r>
          </a:p>
          <a:p>
            <a:r>
              <a:rPr lang="en-US" sz="2000"/>
              <a:t>Price</a:t>
            </a:r>
          </a:p>
          <a:p>
            <a:r>
              <a:rPr lang="en-US" sz="2000"/>
              <a:t>Currency</a:t>
            </a:r>
          </a:p>
          <a:p>
            <a:r>
              <a:rPr lang="en-US" sz="2000"/>
              <a:t>The warehouse it will be stored in</a:t>
            </a:r>
          </a:p>
          <a:p>
            <a:r>
              <a:rPr lang="en-US" sz="2000"/>
              <a:t> The quantity available</a:t>
            </a:r>
          </a:p>
        </p:txBody>
      </p:sp>
    </p:spTree>
    <p:extLst>
      <p:ext uri="{BB962C8B-B14F-4D97-AF65-F5344CB8AC3E}">
        <p14:creationId xmlns:p14="http://schemas.microsoft.com/office/powerpoint/2010/main" val="3999621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707FC24-6981-43D9-B525-C7832BA22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6A374-9FD0-19D9-4CFC-7F40F077B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to know when a product is successfully added</a:t>
            </a:r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25A6539-F224-8112-910E-BF895C9C4D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3822" y="1065504"/>
            <a:ext cx="6553545" cy="473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22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C8371-1395-7416-E40D-2EB9E88C2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4DC0F2B5-D70E-90B2-F90C-3C3073179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8B139FC1-3E4F-4EE0-83B8-7DAE1976A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39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88</Words>
  <Application>Microsoft Macintosh PowerPoint</Application>
  <PresentationFormat>Widescreen</PresentationFormat>
  <Paragraphs>22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Inventory Management System GUI</vt:lpstr>
      <vt:lpstr>PowerPoint Presentation</vt:lpstr>
      <vt:lpstr>Home Page</vt:lpstr>
      <vt:lpstr>PowerPoint Presentation</vt:lpstr>
      <vt:lpstr>How to know when a product is successfully added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sameh</dc:creator>
  <cp:lastModifiedBy>ahmed sameh</cp:lastModifiedBy>
  <cp:revision>2</cp:revision>
  <dcterms:created xsi:type="dcterms:W3CDTF">2025-06-04T00:08:22Z</dcterms:created>
  <dcterms:modified xsi:type="dcterms:W3CDTF">2025-06-04T00:33:05Z</dcterms:modified>
</cp:coreProperties>
</file>